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24"/>
  </p:sldMasterIdLst>
  <p:notesMasterIdLst>
    <p:notesMasterId r:id="rId34"/>
  </p:notesMasterIdLst>
  <p:handoutMasterIdLst>
    <p:handoutMasterId r:id="rId35"/>
  </p:handoutMasterIdLst>
  <p:sldIdLst>
    <p:sldId id="2320" r:id="rId25"/>
    <p:sldId id="2321" r:id="rId28"/>
    <p:sldId id="2322" r:id="rId29"/>
    <p:sldId id="2323" r:id="rId30"/>
    <p:sldId id="2324" r:id="rId31"/>
    <p:sldId id="2325" r:id="rId32"/>
    <p:sldId id="2326" r:id="rId49"/>
    <p:sldId id="2327" r:id="rId50"/>
    <p:sldId id="2328" r:id="rId51"/>
    <p:sldId id="2329" r:id="rId52"/>
    <p:sldId id="2330" r:id="rId33"/>
  </p:sldIdLst>
  <p:sldSz cx="12195175" cy="6858000"/>
  <p:notesSz cx="6858000" cy="9144000"/>
  <p:embeddedFontLst>
    <p:embeddedFont>
      <p:font typeface="72 Brand" panose="020B0604020202020204" charset="0"/>
      <p:regular r:id="rId36"/>
      <p:bold r:id="rId37"/>
      <p:italic r:id="rId38"/>
      <p:boldItalic r:id="rId39"/>
    </p:embeddedFont>
    <p:embeddedFont>
      <p:font typeface="72 Brand Medium" panose="020B0604020202020204" charset="0"/>
      <p:regular r:id="rId40"/>
      <p:italic r:id="rId41"/>
    </p:embeddedFont>
  </p:embeddedFontLst>
  <p:custDataLst>
    <p:tags r:id="rId42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29D72-D6B4-486E-92BF-B31EC6C5BC38}" v="57" dt="2026-05-20T07:09:19.326"/>
    <p1510:client id="{96DE80AD-D15B-4732-4649-38BA92FB56DF}" v="5" dt="2026-05-20T07:04:29.485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2.xml"/><Relationship Id="rId39" Type="http://schemas.openxmlformats.org/officeDocument/2006/relationships/font" Target="fonts/font4.fntdata"/><Relationship Id="rId21" Type="http://schemas.openxmlformats.org/officeDocument/2006/relationships/customXml" Target="../customXml/item21.xml"/><Relationship Id="rId34" Type="http://schemas.openxmlformats.org/officeDocument/2006/relationships/notesMaster" Target="notesMasters/notesMaster1.xml"/><Relationship Id="rId42" Type="http://schemas.openxmlformats.org/officeDocument/2006/relationships/tags" Target="tags/tag1.xml"/><Relationship Id="rId47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Master" Target="slideMasters/slideMaster1.xml"/><Relationship Id="rId32" Type="http://schemas.openxmlformats.org/officeDocument/2006/relationships/slide" Target="slides/slide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4.xml"/><Relationship Id="rId36" Type="http://schemas.openxmlformats.org/officeDocument/2006/relationships/font" Target="fonts/font1.fntdata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7.xml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customXml" Target="../customXml/item20.xml"/><Relationship Id="rId41" Type="http://schemas.openxmlformats.org/officeDocument/2006/relationships/font" Target="fonts/font6.fntdata"/>  <Relationship Id="rId49" Type="http://schemas.openxmlformats.org/officeDocument/2006/relationships/slide" Target="slides/slide10.xml"/>
  <Relationship Id="rId50" Type="http://schemas.openxmlformats.org/officeDocument/2006/relationships/slide" Target="slides/slide11.xml"/>
  <Relationship Id="rId51" Type="http://schemas.openxmlformats.org/officeDocument/2006/relationships/slide" Target="slides/slide12.xml"/>
  <Relationship Id="rId52" Type="http://schemas.openxmlformats.org/officeDocument/2006/relationships/slide" Target="slides/slide13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boo Sharma" userId="S::khushboo.sharm@sapuat.onmicrosoft.com::271c92ee-3a04-4119-98bb-c3993a36f379" providerId="AD" clId="Web-{96DE80AD-D15B-4732-4649-38BA92FB56DF}"/>
    <pc:docChg chg="modSld">
      <pc:chgData name="Khushboo Sharma" userId="S::khushboo.sharm@sapuat.onmicrosoft.com::271c92ee-3a04-4119-98bb-c3993a36f379" providerId="AD" clId="Web-{96DE80AD-D15B-4732-4649-38BA92FB56DF}" dt="2026-05-20T07:04:29.485" v="4" actId="20577"/>
      <pc:docMkLst>
        <pc:docMk/>
      </pc:docMkLst>
      <pc:sldChg chg="modSp">
        <pc:chgData name="Khushboo Sharma" userId="S::khushboo.sharm@sapuat.onmicrosoft.com::271c92ee-3a04-4119-98bb-c3993a36f379" providerId="AD" clId="Web-{96DE80AD-D15B-4732-4649-38BA92FB56DF}" dt="2026-05-20T07:04:29.485" v="4" actId="20577"/>
        <pc:sldMkLst>
          <pc:docMk/>
          <pc:sldMk cId="2601413682" sldId="2213"/>
        </pc:sldMkLst>
        <pc:spChg chg="mod">
          <ac:chgData name="Khushboo Sharma" userId="S::khushboo.sharm@sapuat.onmicrosoft.com::271c92ee-3a04-4119-98bb-c3993a36f379" providerId="AD" clId="Web-{96DE80AD-D15B-4732-4649-38BA92FB56DF}" dt="2026-05-20T07:04:29.485" v="4" actId="20577"/>
          <ac:spMkLst>
            <pc:docMk/>
            <pc:sldMk cId="2601413682" sldId="2213"/>
            <ac:spMk id="14" creationId="{96204B03-B1FB-1E82-EAA5-ECF68E372A82}"/>
          </ac:spMkLst>
        </pc:spChg>
      </pc:sldChg>
    </pc:docChg>
  </pc:docChgLst>
  <pc:docChgLst>
    <pc:chgData name="Khushboo Sharma" userId="271c92ee-3a04-4119-98bb-c3993a36f379" providerId="ADAL" clId="{3F5A38FF-3092-4427-BA93-9EC0082F3FC0}"/>
    <pc:docChg chg="custSel addSld delSld modSld">
      <pc:chgData name="Khushboo Sharma" userId="271c92ee-3a04-4119-98bb-c3993a36f379" providerId="ADAL" clId="{3F5A38FF-3092-4427-BA93-9EC0082F3FC0}" dt="2026-05-20T07:09:19.326" v="37" actId="2890"/>
      <pc:docMkLst>
        <pc:docMk/>
      </pc:docMkLst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340808550" sldId="2127"/>
        </pc:sldMkLst>
      </pc:sldChg>
      <pc:sldChg chg="delSp modSp mod">
        <pc:chgData name="Khushboo Sharma" userId="271c92ee-3a04-4119-98bb-c3993a36f379" providerId="ADAL" clId="{3F5A38FF-3092-4427-BA93-9EC0082F3FC0}" dt="2026-05-20T07:08:23.981" v="31" actId="478"/>
        <pc:sldMkLst>
          <pc:docMk/>
          <pc:sldMk cId="3591309776" sldId="2128"/>
        </pc:sldMkLst>
        <pc:spChg chg="mod">
          <ac:chgData name="Khushboo Sharma" userId="271c92ee-3a04-4119-98bb-c3993a36f379" providerId="ADAL" clId="{3F5A38FF-3092-4427-BA93-9EC0082F3FC0}" dt="2026-05-20T07:07:42.180" v="26"/>
          <ac:spMkLst>
            <pc:docMk/>
            <pc:sldMk cId="3591309776" sldId="2128"/>
            <ac:spMk id="4" creationId="{24084356-FF67-8500-A2A3-6E923E39145A}"/>
          </ac:spMkLst>
        </pc:spChg>
        <pc:spChg chg="mod">
          <ac:chgData name="Khushboo Sharma" userId="271c92ee-3a04-4119-98bb-c3993a36f379" providerId="ADAL" clId="{3F5A38FF-3092-4427-BA93-9EC0082F3FC0}" dt="2026-05-20T07:08:14.916" v="28"/>
          <ac:spMkLst>
            <pc:docMk/>
            <pc:sldMk cId="3591309776" sldId="2128"/>
            <ac:spMk id="27" creationId="{4095C5F9-FC02-49D0-EE94-05C338FCF2C7}"/>
          </ac:spMkLst>
        </pc:spChg>
        <pc:spChg chg="del">
          <ac:chgData name="Khushboo Sharma" userId="271c92ee-3a04-4119-98bb-c3993a36f379" providerId="ADAL" clId="{3F5A38FF-3092-4427-BA93-9EC0082F3FC0}" dt="2026-05-20T07:08:18.180" v="29" actId="478"/>
          <ac:spMkLst>
            <pc:docMk/>
            <pc:sldMk cId="3591309776" sldId="2128"/>
            <ac:spMk id="29" creationId="{A5282C76-08CE-2D41-07CB-C76B621BFEC6}"/>
          </ac:spMkLst>
        </pc:spChg>
        <pc:spChg chg="del">
          <ac:chgData name="Khushboo Sharma" userId="271c92ee-3a04-4119-98bb-c3993a36f379" providerId="ADAL" clId="{3F5A38FF-3092-4427-BA93-9EC0082F3FC0}" dt="2026-05-20T07:08:21.531" v="30" actId="478"/>
          <ac:spMkLst>
            <pc:docMk/>
            <pc:sldMk cId="3591309776" sldId="2128"/>
            <ac:spMk id="30" creationId="{2946CA2C-2380-BD48-CA05-A685E6ACFC5D}"/>
          </ac:spMkLst>
        </pc:spChg>
        <pc:spChg chg="del">
          <ac:chgData name="Khushboo Sharma" userId="271c92ee-3a04-4119-98bb-c3993a36f379" providerId="ADAL" clId="{3F5A38FF-3092-4427-BA93-9EC0082F3FC0}" dt="2026-05-20T07:08:23.981" v="31" actId="478"/>
          <ac:spMkLst>
            <pc:docMk/>
            <pc:sldMk cId="3591309776" sldId="2128"/>
            <ac:spMk id="31" creationId="{FB2D3E01-C3AA-9FD0-7911-B1CB2FB11F44}"/>
          </ac:spMkLst>
        </pc:spChg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1385832410" sldId="2129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3089309718" sldId="2146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607979734" sldId="2153"/>
        </pc:sldMkLst>
      </pc:sldChg>
      <pc:sldChg chg="addSp delSp modSp del mod">
        <pc:chgData name="Khushboo Sharma" userId="271c92ee-3a04-4119-98bb-c3993a36f379" providerId="ADAL" clId="{3F5A38FF-3092-4427-BA93-9EC0082F3FC0}" dt="2026-05-20T07:07:21.193" v="24" actId="47"/>
        <pc:sldMkLst>
          <pc:docMk/>
          <pc:sldMk cId="1904481257" sldId="2168"/>
        </pc:sldMkLst>
        <pc:spChg chg="del">
          <ac:chgData name="Khushboo Sharma" userId="271c92ee-3a04-4119-98bb-c3993a36f379" providerId="ADAL" clId="{3F5A38FF-3092-4427-BA93-9EC0082F3FC0}" dt="2026-05-20T07:06:46.805" v="19" actId="478"/>
          <ac:spMkLst>
            <pc:docMk/>
            <pc:sldMk cId="1904481257" sldId="2168"/>
            <ac:spMk id="2" creationId="{6299B758-7410-5D33-BE84-199749E7407C}"/>
          </ac:spMkLst>
        </pc:spChg>
        <pc:spChg chg="add del mod">
          <ac:chgData name="Khushboo Sharma" userId="271c92ee-3a04-4119-98bb-c3993a36f379" providerId="ADAL" clId="{3F5A38FF-3092-4427-BA93-9EC0082F3FC0}" dt="2026-05-20T07:06:45.489" v="18" actId="478"/>
          <ac:spMkLst>
            <pc:docMk/>
            <pc:sldMk cId="1904481257" sldId="2168"/>
            <ac:spMk id="4" creationId="{38831874-2C60-391F-00CA-D23F700E77E5}"/>
          </ac:spMkLst>
        </pc:spChg>
        <pc:spChg chg="add mod">
          <ac:chgData name="Khushboo Sharma" userId="271c92ee-3a04-4119-98bb-c3993a36f379" providerId="ADAL" clId="{3F5A38FF-3092-4427-BA93-9EC0082F3FC0}" dt="2026-05-20T07:06:50.175" v="21"/>
          <ac:spMkLst>
            <pc:docMk/>
            <pc:sldMk cId="1904481257" sldId="2168"/>
            <ac:spMk id="6" creationId="{EA5D314D-DF07-F915-5E55-26E97AEDD414}"/>
          </ac:spMkLst>
        </pc:spChg>
        <pc:spChg chg="del">
          <ac:chgData name="Khushboo Sharma" userId="271c92ee-3a04-4119-98bb-c3993a36f379" providerId="ADAL" clId="{3F5A38FF-3092-4427-BA93-9EC0082F3FC0}" dt="2026-05-20T07:06:43.850" v="17" actId="478"/>
          <ac:spMkLst>
            <pc:docMk/>
            <pc:sldMk cId="1904481257" sldId="2168"/>
            <ac:spMk id="7" creationId="{7FA46BFF-6A4B-6D24-941E-942FF432DA18}"/>
          </ac:spMkLst>
        </pc:spChg>
        <pc:spChg chg="add mod">
          <ac:chgData name="Khushboo Sharma" userId="271c92ee-3a04-4119-98bb-c3993a36f379" providerId="ADAL" clId="{3F5A38FF-3092-4427-BA93-9EC0082F3FC0}" dt="2026-05-20T07:06:50.175" v="21"/>
          <ac:spMkLst>
            <pc:docMk/>
            <pc:sldMk cId="1904481257" sldId="2168"/>
            <ac:spMk id="9" creationId="{9603CA4A-2397-8AA7-DA54-B4D1B9C25156}"/>
          </ac:spMkLst>
        </pc:spChg>
        <pc:spChg chg="add mod">
          <ac:chgData name="Khushboo Sharma" userId="271c92ee-3a04-4119-98bb-c3993a36f379" providerId="ADAL" clId="{3F5A38FF-3092-4427-BA93-9EC0082F3FC0}" dt="2026-05-20T07:06:50.175" v="21"/>
          <ac:spMkLst>
            <pc:docMk/>
            <pc:sldMk cId="1904481257" sldId="2168"/>
            <ac:spMk id="10" creationId="{4D2C25E4-E71A-3088-427C-AA45AAA1C26B}"/>
          </ac:spMkLst>
        </pc:spChg>
        <pc:spChg chg="del">
          <ac:chgData name="Khushboo Sharma" userId="271c92ee-3a04-4119-98bb-c3993a36f379" providerId="ADAL" clId="{3F5A38FF-3092-4427-BA93-9EC0082F3FC0}" dt="2026-05-20T07:06:48.983" v="20" actId="478"/>
          <ac:spMkLst>
            <pc:docMk/>
            <pc:sldMk cId="1904481257" sldId="2168"/>
            <ac:spMk id="14" creationId="{75CF5B9D-EE89-F930-7FE2-A2BFFB5CEBD6}"/>
          </ac:spMkLst>
        </pc:spChg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890748119" sldId="2181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1023600646" sldId="2183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738356705" sldId="2190"/>
        </pc:sldMkLst>
      </pc:sldChg>
      <pc:sldChg chg="addSp delSp modSp del mod">
        <pc:chgData name="Khushboo Sharma" userId="271c92ee-3a04-4119-98bb-c3993a36f379" providerId="ADAL" clId="{3F5A38FF-3092-4427-BA93-9EC0082F3FC0}" dt="2026-05-20T07:07:22.140" v="25" actId="47"/>
        <pc:sldMkLst>
          <pc:docMk/>
          <pc:sldMk cId="3344628964" sldId="2197"/>
        </pc:sldMkLst>
        <pc:spChg chg="del">
          <ac:chgData name="Khushboo Sharma" userId="271c92ee-3a04-4119-98bb-c3993a36f379" providerId="ADAL" clId="{3F5A38FF-3092-4427-BA93-9EC0082F3FC0}" dt="2026-05-20T07:06:36.532" v="14" actId="478"/>
          <ac:spMkLst>
            <pc:docMk/>
            <pc:sldMk cId="3344628964" sldId="2197"/>
            <ac:spMk id="2" creationId="{8243858F-767D-1CF8-7DB7-3A9C6D2004C4}"/>
          </ac:spMkLst>
        </pc:spChg>
        <pc:spChg chg="del">
          <ac:chgData name="Khushboo Sharma" userId="271c92ee-3a04-4119-98bb-c3993a36f379" providerId="ADAL" clId="{3F5A38FF-3092-4427-BA93-9EC0082F3FC0}" dt="2026-05-20T07:06:37.908" v="15" actId="478"/>
          <ac:spMkLst>
            <pc:docMk/>
            <pc:sldMk cId="3344628964" sldId="2197"/>
            <ac:spMk id="4" creationId="{0E86C73B-6FF3-00AC-232E-575ABF845F9A}"/>
          </ac:spMkLst>
        </pc:spChg>
        <pc:spChg chg="add del mod">
          <ac:chgData name="Khushboo Sharma" userId="271c92ee-3a04-4119-98bb-c3993a36f379" providerId="ADAL" clId="{3F5A38FF-3092-4427-BA93-9EC0082F3FC0}" dt="2026-05-20T07:06:34.651" v="13" actId="478"/>
          <ac:spMkLst>
            <pc:docMk/>
            <pc:sldMk cId="3344628964" sldId="2197"/>
            <ac:spMk id="6" creationId="{B544F9F0-111A-2217-E494-D1F09D51E656}"/>
          </ac:spMkLst>
        </pc:spChg>
        <pc:spChg chg="add mod">
          <ac:chgData name="Khushboo Sharma" userId="271c92ee-3a04-4119-98bb-c3993a36f379" providerId="ADAL" clId="{3F5A38FF-3092-4427-BA93-9EC0082F3FC0}" dt="2026-05-20T07:06:39.237" v="16"/>
          <ac:spMkLst>
            <pc:docMk/>
            <pc:sldMk cId="3344628964" sldId="2197"/>
            <ac:spMk id="7" creationId="{EB106A89-F206-41A7-08D7-DCE596D7BAD5}"/>
          </ac:spMkLst>
        </pc:spChg>
        <pc:spChg chg="add mod">
          <ac:chgData name="Khushboo Sharma" userId="271c92ee-3a04-4119-98bb-c3993a36f379" providerId="ADAL" clId="{3F5A38FF-3092-4427-BA93-9EC0082F3FC0}" dt="2026-05-20T07:06:39.237" v="16"/>
          <ac:spMkLst>
            <pc:docMk/>
            <pc:sldMk cId="3344628964" sldId="2197"/>
            <ac:spMk id="8" creationId="{6A43CA43-D126-02C2-D024-42AE3AE2327D}"/>
          </ac:spMkLst>
        </pc:spChg>
        <pc:spChg chg="del">
          <ac:chgData name="Khushboo Sharma" userId="271c92ee-3a04-4119-98bb-c3993a36f379" providerId="ADAL" clId="{3F5A38FF-3092-4427-BA93-9EC0082F3FC0}" dt="2026-05-20T07:06:32.060" v="12" actId="478"/>
          <ac:spMkLst>
            <pc:docMk/>
            <pc:sldMk cId="3344628964" sldId="2197"/>
            <ac:spMk id="9" creationId="{1C807ADF-CE4E-D271-61A0-63F888DC95A6}"/>
          </ac:spMkLst>
        </pc:spChg>
        <pc:spChg chg="add mod">
          <ac:chgData name="Khushboo Sharma" userId="271c92ee-3a04-4119-98bb-c3993a36f379" providerId="ADAL" clId="{3F5A38FF-3092-4427-BA93-9EC0082F3FC0}" dt="2026-05-20T07:06:39.237" v="16"/>
          <ac:spMkLst>
            <pc:docMk/>
            <pc:sldMk cId="3344628964" sldId="2197"/>
            <ac:spMk id="10" creationId="{DAA5E5F6-F5B6-C5F4-A158-C84064657583}"/>
          </ac:spMkLst>
        </pc:spChg>
      </pc:sldChg>
      <pc:sldChg chg="addSp delSp modSp mod">
        <pc:chgData name="Khushboo Sharma" userId="271c92ee-3a04-4119-98bb-c3993a36f379" providerId="ADAL" clId="{3F5A38FF-3092-4427-BA93-9EC0082F3FC0}" dt="2026-05-20T07:07:16.507" v="22" actId="478"/>
        <pc:sldMkLst>
          <pc:docMk/>
          <pc:sldMk cId="346266804" sldId="2202"/>
        </pc:sldMkLst>
        <pc:spChg chg="del">
          <ac:chgData name="Khushboo Sharma" userId="271c92ee-3a04-4119-98bb-c3993a36f379" providerId="ADAL" clId="{3F5A38FF-3092-4427-BA93-9EC0082F3FC0}" dt="2026-05-20T07:07:16.507" v="22" actId="478"/>
          <ac:spMkLst>
            <pc:docMk/>
            <pc:sldMk cId="346266804" sldId="2202"/>
            <ac:spMk id="3" creationId="{8C5CD601-7B1C-F2D3-F716-ED7F86FEAB0A}"/>
          </ac:spMkLst>
        </pc:spChg>
        <pc:spChg chg="add mod">
          <ac:chgData name="Khushboo Sharma" userId="271c92ee-3a04-4119-98bb-c3993a36f379" providerId="ADAL" clId="{3F5A38FF-3092-4427-BA93-9EC0082F3FC0}" dt="2026-05-20T07:07:16.507" v="22" actId="478"/>
          <ac:spMkLst>
            <pc:docMk/>
            <pc:sldMk cId="346266804" sldId="2202"/>
            <ac:spMk id="5" creationId="{DB23478A-B350-3DC3-1107-85E3AEE1A3EF}"/>
          </ac:spMkLst>
        </pc:spChg>
      </pc:sldChg>
      <pc:sldChg chg="addSp modSp mod">
        <pc:chgData name="Khushboo Sharma" userId="271c92ee-3a04-4119-98bb-c3993a36f379" providerId="ADAL" clId="{3F5A38FF-3092-4427-BA93-9EC0082F3FC0}" dt="2026-05-20T07:06:01.205" v="6"/>
        <pc:sldMkLst>
          <pc:docMk/>
          <pc:sldMk cId="2601413682" sldId="2213"/>
        </pc:sldMkLst>
        <pc:spChg chg="mod">
          <ac:chgData name="Khushboo Sharma" userId="271c92ee-3a04-4119-98bb-c3993a36f379" providerId="ADAL" clId="{3F5A38FF-3092-4427-BA93-9EC0082F3FC0}" dt="2026-05-20T07:05:48.426" v="5"/>
          <ac:spMkLst>
            <pc:docMk/>
            <pc:sldMk cId="2601413682" sldId="2213"/>
            <ac:spMk id="2" creationId="{C925A837-5469-792C-5225-4A1FABC0341A}"/>
          </ac:spMkLst>
        </pc:spChg>
        <pc:spChg chg="mod">
          <ac:chgData name="Khushboo Sharma" userId="271c92ee-3a04-4119-98bb-c3993a36f379" providerId="ADAL" clId="{3F5A38FF-3092-4427-BA93-9EC0082F3FC0}" dt="2026-05-20T07:06:01.205" v="6"/>
          <ac:spMkLst>
            <pc:docMk/>
            <pc:sldMk cId="2601413682" sldId="2213"/>
            <ac:spMk id="9" creationId="{D5F0BFE3-F7A5-80B2-78F0-4C710288F2D6}"/>
          </ac:spMkLst>
        </pc:spChg>
        <pc:spChg chg="mod">
          <ac:chgData name="Khushboo Sharma" userId="271c92ee-3a04-4119-98bb-c3993a36f379" providerId="ADAL" clId="{3F5A38FF-3092-4427-BA93-9EC0082F3FC0}" dt="2026-05-20T07:05:25.662" v="3"/>
          <ac:spMkLst>
            <pc:docMk/>
            <pc:sldMk cId="2601413682" sldId="2213"/>
            <ac:spMk id="14" creationId="{96204B03-B1FB-1E82-EAA5-ECF68E372A82}"/>
          </ac:spMkLst>
        </pc:spChg>
        <pc:graphicFrameChg chg="add mod">
          <ac:chgData name="Khushboo Sharma" userId="271c92ee-3a04-4119-98bb-c3993a36f379" providerId="ADAL" clId="{3F5A38FF-3092-4427-BA93-9EC0082F3FC0}" dt="2026-05-20T07:05:14.258" v="0"/>
          <ac:graphicFrameMkLst>
            <pc:docMk/>
            <pc:sldMk cId="2601413682" sldId="2213"/>
            <ac:graphicFrameMk id="3" creationId="{2FF96056-96E8-F094-128B-2634093FFED9}"/>
          </ac:graphicFrameMkLst>
        </pc:graphicFrameChg>
        <pc:graphicFrameChg chg="add mod">
          <ac:chgData name="Khushboo Sharma" userId="271c92ee-3a04-4119-98bb-c3993a36f379" providerId="ADAL" clId="{3F5A38FF-3092-4427-BA93-9EC0082F3FC0}" dt="2026-05-20T07:05:19.234" v="2"/>
          <ac:graphicFrameMkLst>
            <pc:docMk/>
            <pc:sldMk cId="2601413682" sldId="2213"/>
            <ac:graphicFrameMk id="4" creationId="{0AD82A3F-6C87-EAB7-4197-6264BD4FD841}"/>
          </ac:graphicFrameMkLst>
        </pc:graphicFrameChg>
        <pc:graphicFrameChg chg="add mod">
          <ac:chgData name="Khushboo Sharma" userId="271c92ee-3a04-4119-98bb-c3993a36f379" providerId="ADAL" clId="{3F5A38FF-3092-4427-BA93-9EC0082F3FC0}" dt="2026-05-20T07:05:42.967" v="4"/>
          <ac:graphicFrameMkLst>
            <pc:docMk/>
            <pc:sldMk cId="2601413682" sldId="2213"/>
            <ac:graphicFrameMk id="5" creationId="{0EC0F2FE-AD15-AF09-8047-4D97F491670D}"/>
          </ac:graphicFrameMkLst>
        </pc:graphicFrameChg>
      </pc:sldChg>
      <pc:sldChg chg="add">
        <pc:chgData name="Khushboo Sharma" userId="271c92ee-3a04-4119-98bb-c3993a36f379" providerId="ADAL" clId="{3F5A38FF-3092-4427-BA93-9EC0082F3FC0}" dt="2026-05-20T07:09:12.683" v="34" actId="2890"/>
        <pc:sldMkLst>
          <pc:docMk/>
          <pc:sldMk cId="3825055511" sldId="2217"/>
        </pc:sldMkLst>
      </pc:sldChg>
      <pc:sldChg chg="add">
        <pc:chgData name="Khushboo Sharma" userId="271c92ee-3a04-4119-98bb-c3993a36f379" providerId="ADAL" clId="{3F5A38FF-3092-4427-BA93-9EC0082F3FC0}" dt="2026-05-20T07:09:14.600" v="35" actId="2890"/>
        <pc:sldMkLst>
          <pc:docMk/>
          <pc:sldMk cId="8301787" sldId="2218"/>
        </pc:sldMkLst>
      </pc:sldChg>
      <pc:sldChg chg="add">
        <pc:chgData name="Khushboo Sharma" userId="271c92ee-3a04-4119-98bb-c3993a36f379" providerId="ADAL" clId="{3F5A38FF-3092-4427-BA93-9EC0082F3FC0}" dt="2026-05-20T07:09:16.953" v="36" actId="2890"/>
        <pc:sldMkLst>
          <pc:docMk/>
          <pc:sldMk cId="1704743001" sldId="2219"/>
        </pc:sldMkLst>
      </pc:sldChg>
      <pc:sldChg chg="add">
        <pc:chgData name="Khushboo Sharma" userId="271c92ee-3a04-4119-98bb-c3993a36f379" providerId="ADAL" clId="{3F5A38FF-3092-4427-BA93-9EC0082F3FC0}" dt="2026-05-20T07:09:19.326" v="37" actId="2890"/>
        <pc:sldMkLst>
          <pc:docMk/>
          <pc:sldMk cId="3273547733" sldId="2220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865845096" sldId="2230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916596459" sldId="2235"/>
        </pc:sldMkLst>
      </pc:sldChg>
      <pc:sldChg chg="del">
        <pc:chgData name="Khushboo Sharma" userId="271c92ee-3a04-4119-98bb-c3993a36f379" providerId="ADAL" clId="{3F5A38FF-3092-4427-BA93-9EC0082F3FC0}" dt="2026-05-20T07:09:08.539" v="33" actId="47"/>
        <pc:sldMkLst>
          <pc:docMk/>
          <pc:sldMk cId="2099346568" sldId="2236"/>
        </pc:sldMkLst>
      </pc:sldChg>
      <pc:sldChg chg="del">
        <pc:chgData name="Khushboo Sharma" userId="271c92ee-3a04-4119-98bb-c3993a36f379" providerId="ADAL" clId="{3F5A38FF-3092-4427-BA93-9EC0082F3FC0}" dt="2026-05-20T07:09:08.539" v="33" actId="47"/>
        <pc:sldMkLst>
          <pc:docMk/>
          <pc:sldMk cId="4248664591" sldId="2238"/>
        </pc:sldMkLst>
      </pc:sldChg>
      <pc:sldChg chg="del">
        <pc:chgData name="Khushboo Sharma" userId="271c92ee-3a04-4119-98bb-c3993a36f379" providerId="ADAL" clId="{3F5A38FF-3092-4427-BA93-9EC0082F3FC0}" dt="2026-05-20T07:09:08.539" v="33" actId="47"/>
        <pc:sldMkLst>
          <pc:docMk/>
          <pc:sldMk cId="1100241128" sldId="2239"/>
        </pc:sldMkLst>
      </pc:sldChg>
      <pc:sldChg chg="addSp delSp modSp del mod">
        <pc:chgData name="Khushboo Sharma" userId="271c92ee-3a04-4119-98bb-c3993a36f379" providerId="ADAL" clId="{3F5A38FF-3092-4427-BA93-9EC0082F3FC0}" dt="2026-05-20T07:07:20.355" v="23" actId="47"/>
        <pc:sldMkLst>
          <pc:docMk/>
          <pc:sldMk cId="542957958" sldId="2240"/>
        </pc:sldMkLst>
        <pc:spChg chg="del">
          <ac:chgData name="Khushboo Sharma" userId="271c92ee-3a04-4119-98bb-c3993a36f379" providerId="ADAL" clId="{3F5A38FF-3092-4427-BA93-9EC0082F3FC0}" dt="2026-05-20T07:06:22.408" v="8" actId="478"/>
          <ac:spMkLst>
            <pc:docMk/>
            <pc:sldMk cId="542957958" sldId="2240"/>
            <ac:spMk id="2" creationId="{3E28B6B3-39DE-ED0C-A824-782046E6B434}"/>
          </ac:spMkLst>
        </pc:spChg>
        <pc:spChg chg="add del mod">
          <ac:chgData name="Khushboo Sharma" userId="271c92ee-3a04-4119-98bb-c3993a36f379" providerId="ADAL" clId="{3F5A38FF-3092-4427-BA93-9EC0082F3FC0}" dt="2026-05-20T07:06:25.035" v="10" actId="478"/>
          <ac:spMkLst>
            <pc:docMk/>
            <pc:sldMk cId="542957958" sldId="2240"/>
            <ac:spMk id="5" creationId="{06118609-9231-3BD5-B356-6B18717555FE}"/>
          </ac:spMkLst>
        </pc:spChg>
        <pc:spChg chg="add mod">
          <ac:chgData name="Khushboo Sharma" userId="271c92ee-3a04-4119-98bb-c3993a36f379" providerId="ADAL" clId="{3F5A38FF-3092-4427-BA93-9EC0082F3FC0}" dt="2026-05-20T07:06:26.275" v="11"/>
          <ac:spMkLst>
            <pc:docMk/>
            <pc:sldMk cId="542957958" sldId="2240"/>
            <ac:spMk id="6" creationId="{5253D93A-82EF-7D8F-E94C-1D29F4F77AC1}"/>
          </ac:spMkLst>
        </pc:spChg>
        <pc:spChg chg="add mod">
          <ac:chgData name="Khushboo Sharma" userId="271c92ee-3a04-4119-98bb-c3993a36f379" providerId="ADAL" clId="{3F5A38FF-3092-4427-BA93-9EC0082F3FC0}" dt="2026-05-20T07:06:26.275" v="11"/>
          <ac:spMkLst>
            <pc:docMk/>
            <pc:sldMk cId="542957958" sldId="2240"/>
            <ac:spMk id="7" creationId="{E03304C0-970E-FFFB-C1AD-30DFAC656BA7}"/>
          </ac:spMkLst>
        </pc:spChg>
        <pc:spChg chg="add mod">
          <ac:chgData name="Khushboo Sharma" userId="271c92ee-3a04-4119-98bb-c3993a36f379" providerId="ADAL" clId="{3F5A38FF-3092-4427-BA93-9EC0082F3FC0}" dt="2026-05-20T07:06:26.275" v="11"/>
          <ac:spMkLst>
            <pc:docMk/>
            <pc:sldMk cId="542957958" sldId="2240"/>
            <ac:spMk id="8" creationId="{C87AB679-98CE-2579-1654-F99BEFFD823E}"/>
          </ac:spMkLst>
        </pc:spChg>
        <pc:spChg chg="del">
          <ac:chgData name="Khushboo Sharma" userId="271c92ee-3a04-4119-98bb-c3993a36f379" providerId="ADAL" clId="{3F5A38FF-3092-4427-BA93-9EC0082F3FC0}" dt="2026-05-20T07:06:23.984" v="9" actId="478"/>
          <ac:spMkLst>
            <pc:docMk/>
            <pc:sldMk cId="542957958" sldId="2240"/>
            <ac:spMk id="9" creationId="{D3C9861E-8F94-7ED6-30F2-AA2084C32CA8}"/>
          </ac:spMkLst>
        </pc:spChg>
        <pc:spChg chg="del">
          <ac:chgData name="Khushboo Sharma" userId="271c92ee-3a04-4119-98bb-c3993a36f379" providerId="ADAL" clId="{3F5A38FF-3092-4427-BA93-9EC0082F3FC0}" dt="2026-05-20T07:06:20.576" v="7" actId="478"/>
          <ac:spMkLst>
            <pc:docMk/>
            <pc:sldMk cId="542957958" sldId="2240"/>
            <ac:spMk id="14" creationId="{5D87F147-5CAE-C626-456C-6D1630693ED0}"/>
          </ac:spMkLst>
        </pc:spChg>
      </pc:sldChg>
      <pc:sldMasterChg chg="delSldLayout">
        <pc:chgData name="Khushboo Sharma" userId="271c92ee-3a04-4119-98bb-c3993a36f379" providerId="ADAL" clId="{3F5A38FF-3092-4427-BA93-9EC0082F3FC0}" dt="2026-05-20T07:07:21.193" v="24" actId="47"/>
        <pc:sldMasterMkLst>
          <pc:docMk/>
          <pc:sldMasterMk cId="3408294523" sldId="2147483733"/>
        </pc:sldMasterMkLst>
        <pc:sldLayoutChg chg="del">
          <pc:chgData name="Khushboo Sharma" userId="271c92ee-3a04-4119-98bb-c3993a36f379" providerId="ADAL" clId="{3F5A38FF-3092-4427-BA93-9EC0082F3FC0}" dt="2026-05-20T07:07:21.193" v="24" actId="47"/>
          <pc:sldLayoutMkLst>
            <pc:docMk/>
            <pc:sldMasterMk cId="3408294523" sldId="2147483733"/>
            <pc:sldLayoutMk cId="2546517623" sldId="214748380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8814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9154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836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3638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A3BA-B92C-6B49-2230-29BC3E69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F5E23-101E-1B3C-62C6-578D2714F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AD47F-7D5E-3C9B-018D-40A657526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74FD7-6A01-7DE0-E1A9-6B8C67E68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459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B9CE-AC7E-17EE-8E2C-544F378D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A27C1-25F1-4C48-3DED-78B400A0C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D7F07-E611-3B7F-96EB-7D241E362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C953B-10FA-4444-727F-CF7C92669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019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40E82-3E66-68FD-EED5-9FF0B1F2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8DB5E-80D2-2710-B268-B36FE49B2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3C891-007B-95D6-0EDB-DB7BCA228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D2B8C-90A8-42FC-8C19-EADBF1A11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070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FEF5-8CB0-93C8-BDB7-5DB9D751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D46F5-22CB-E439-E46F-9FE5860DE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83F7F-C863-5048-A229-788966D4B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D6236-5E0B-9D31-0C2B-3DE448941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8485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7043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naming-center#/dashboard" TargetMode="External"/><Relationship Id="rId3" Type="http://schemas.openxmlformats.org/officeDocument/2006/relationships/image" Target="../media/image23.svg"/><Relationship Id="rId7" Type="http://schemas.openxmlformats.org/officeDocument/2006/relationships/hyperlink" Target="https://brand.sap.com/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media-library/index.html#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hyperlink" Target="https://brand.sap.com/writing-assistant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74198768" name="LogoBlue-Dynamic" descr="{&quot;templafy&quot;:{&quot;id&quot;:&quot;357ff70f-1de5-4d51-aad2-51c0cf9b561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825" y="1294364"/>
            <a:ext cx="7677375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197248776" name="LogoWhite-Dynamic" descr="{&quot;templafy&quot;:{&quot;id&quot;:&quot;031deffc-9edd-4fe1-83f3-0f1f73dcf271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  <p:pic>
        <p:nvPicPr>
          <p:cNvPr id="30565887" name="LogoBlack-Dynamic" descr="{&quot;templafy&quot;:{&quot;id&quot;:&quot;f2f0d456-09a2-4d34-bcfc-b21343af3ff7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3099944" name="LogoWhite-Dynamic" descr="{&quot;templafy&quot;:{&quot;id&quot;:&quot;1cf9044e-8f82-4d5c-ab78-a92a55d758f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9" y="2706317"/>
            <a:ext cx="5129700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593809553" name="LogoBlack-Dynamic" descr="{&quot;templafy&quot;:{&quot;id&quot;:&quot;3072eac8-f615-4573-af48-f8bf691d6b9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1845707418" name="LogoBlue-Dynamic" descr="{&quot;templafy&quot;:{&quot;id&quot;:&quot;12118f0b-7745-4ea5-85c3-1b3b6bda403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2706317"/>
            <a:ext cx="511211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0250" y="1932069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pic>
        <p:nvPicPr>
          <p:cNvPr id="709716515" name="LogoBlack-Dynamic" descr="{&quot;templafy&quot;:{&quot;id&quot;:&quot;206ae7fd-1375-41f0-b48b-3fc15a29814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1921868405" name="LogoBlue-Dynamic" descr="{&quot;templafy&quot;:{&quot;id&quot;:&quot;7f2d7a43-4808-4134-a166-f24dfb88d3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8166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06839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Title goes here</a:t>
            </a:r>
            <a:br>
              <a:rPr lang="en-GB"/>
            </a:br>
            <a:r>
              <a:rPr lang="en-GB"/>
              <a:t>and here and here</a:t>
            </a:r>
            <a:endParaRPr lang="en-US"/>
          </a:p>
        </p:txBody>
      </p:sp>
      <p:pic>
        <p:nvPicPr>
          <p:cNvPr id="657465766" name="LogoBlue-Dynamic" descr="{&quot;templafy&quot;:{&quot;id&quot;:&quot;89d1f4dd-6a63-4473-8ce3-1481fdb46cc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7600"/>
            <a:ext cx="727192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5175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10894" y="503238"/>
            <a:ext cx="4085806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56078001" name="LogoWhite-Dynamic" descr="{&quot;templafy&quot;:{&quot;id&quot;:&quot;ac503453-961c-454e-a265-acc820b54c4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8001" y="0"/>
            <a:ext cx="4067174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31263" y="-1"/>
            <a:ext cx="2895816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4024430"/>
            <a:ext cx="5466588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9588" y="5990000"/>
            <a:ext cx="3506403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20 May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20 May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400" b="0" i="1" noProof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400" b="0" i="0" noProof="0">
                <a:solidFill>
                  <a:schemeClr val="bg1"/>
                </a:solidFill>
                <a:latin typeface="+mj-lt"/>
              </a:rPr>
              <a:t> – please </a:t>
            </a:r>
            <a:r>
              <a:rPr lang="en-GB" sz="4400" b="0" noProof="0">
                <a:solidFill>
                  <a:schemeClr val="bg1"/>
                </a:solidFill>
                <a:latin typeface="+mn-lt"/>
              </a:rPr>
              <a:t>do not use them. </a:t>
            </a:r>
            <a:br>
              <a:rPr lang="en-GB" sz="4400" b="0" noProof="0">
                <a:solidFill>
                  <a:schemeClr val="bg1"/>
                </a:solidFill>
                <a:latin typeface="+mn-lt"/>
              </a:rPr>
            </a:br>
            <a:r>
              <a:rPr lang="en-GB" sz="4400" b="0" noProof="0">
                <a:solidFill>
                  <a:schemeClr val="bg1"/>
                </a:solidFill>
                <a:latin typeface="+mn-lt"/>
              </a:rPr>
              <a:t>These layouts </a:t>
            </a:r>
            <a:r>
              <a:rPr lang="en-GB" sz="4400" b="0" i="0" u="none" noProof="0">
                <a:solidFill>
                  <a:schemeClr val="bg1"/>
                </a:solidFill>
                <a:latin typeface="72 Brand" panose="020B0504030603020204" pitchFamily="34" charset="0"/>
              </a:rPr>
              <a:t>are</a:t>
            </a:r>
            <a:r>
              <a:rPr lang="en-GB" sz="4400" b="0" i="0" u="none" noProof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i="1" u="sng" noProof="0">
                <a:solidFill>
                  <a:schemeClr val="bg1"/>
                </a:solidFill>
                <a:latin typeface="+mj-lt"/>
              </a:rPr>
              <a:t>not</a:t>
            </a:r>
            <a:r>
              <a:rPr lang="en-GB" sz="4400" b="0" i="0" u="none" noProof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noProof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800" b="0" noProof="0">
                <a:solidFill>
                  <a:schemeClr val="bg1"/>
                </a:solidFill>
                <a:latin typeface="+mn-lt"/>
              </a:rPr>
            </a:br>
            <a:br>
              <a:rPr lang="en-GB" sz="2800" b="0" noProof="0">
                <a:solidFill>
                  <a:schemeClr val="bg1"/>
                </a:solidFill>
                <a:latin typeface="+mn-lt"/>
              </a:rPr>
            </a:br>
            <a:endParaRPr lang="en-GB" sz="2800" b="0" noProof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4" y="33252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5" y="30291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0" i="1" noProof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800" b="0" i="1" noProof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326" y="5186455"/>
            <a:ext cx="113599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2000" b="0" noProof="0">
                <a:solidFill>
                  <a:schemeClr val="bg1"/>
                </a:solidFill>
                <a:latin typeface="+mn-lt"/>
              </a:rPr>
            </a:br>
            <a:endParaRPr lang="en-GB" sz="2000" b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May 20, 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2789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355" y="1230008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80033711" name="LogoWhite-Dynamic" descr="{&quot;templafy&quot;:{&quot;id&quot;:&quot;f6b63be9-146f-4355-b4ef-6e3d37222459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471873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14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70087874" name="LogoWhite-Dynamic" descr="{&quot;templafy&quot;:{&quot;id&quot;:&quot;b40c0a34-001f-4cc8-810a-ebf1d48ddb8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6418067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503449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8" y="1543050"/>
            <a:ext cx="11187112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02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9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0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239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238" y="1543050"/>
            <a:ext cx="7372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639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237" y="1543050"/>
            <a:ext cx="5464175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5720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400" b="0" noProof="0">
                <a:solidFill>
                  <a:schemeClr val="bg1"/>
                </a:solidFill>
                <a:latin typeface="+mj-lt"/>
              </a:rPr>
            </a:br>
            <a:r>
              <a:rPr lang="en-GB" sz="4400" b="0" noProof="0">
                <a:solidFill>
                  <a:schemeClr val="bg1"/>
                </a:solidFill>
                <a:latin typeface="+mj-lt"/>
              </a:rPr>
              <a:t>to templates other than the officially distributed SAP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800" b="0" noProof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3" y="46613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4" y="43652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800" b="1" i="1" noProof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May 20, 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67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73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tags" Target="../tags/tag19.xml"/><Relationship Id="rId84" Type="http://schemas.openxmlformats.org/officeDocument/2006/relationships/tags" Target="../tags/tag40.xml"/><Relationship Id="rId138" Type="http://schemas.openxmlformats.org/officeDocument/2006/relationships/tags" Target="../tags/tag94.xml"/><Relationship Id="rId159" Type="http://schemas.openxmlformats.org/officeDocument/2006/relationships/tags" Target="../tags/tag115.xml"/><Relationship Id="rId107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9.xml"/><Relationship Id="rId74" Type="http://schemas.openxmlformats.org/officeDocument/2006/relationships/tags" Target="../tags/tag30.xml"/><Relationship Id="rId128" Type="http://schemas.openxmlformats.org/officeDocument/2006/relationships/tags" Target="../tags/tag84.xml"/><Relationship Id="rId149" Type="http://schemas.openxmlformats.org/officeDocument/2006/relationships/tags" Target="../tags/tag105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51.xml"/><Relationship Id="rId160" Type="http://schemas.openxmlformats.org/officeDocument/2006/relationships/tags" Target="../tags/tag116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tags" Target="../tags/tag20.xml"/><Relationship Id="rId118" Type="http://schemas.openxmlformats.org/officeDocument/2006/relationships/tags" Target="../tags/tag74.xml"/><Relationship Id="rId139" Type="http://schemas.openxmlformats.org/officeDocument/2006/relationships/tags" Target="../tags/tag95.xml"/><Relationship Id="rId85" Type="http://schemas.openxmlformats.org/officeDocument/2006/relationships/tags" Target="../tags/tag41.xml"/><Relationship Id="rId150" Type="http://schemas.openxmlformats.org/officeDocument/2006/relationships/tags" Target="../tags/tag106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tags" Target="../tags/tag15.xml"/><Relationship Id="rId103" Type="http://schemas.openxmlformats.org/officeDocument/2006/relationships/tags" Target="../tags/tag59.xml"/><Relationship Id="rId108" Type="http://schemas.openxmlformats.org/officeDocument/2006/relationships/tags" Target="../tags/tag64.xml"/><Relationship Id="rId124" Type="http://schemas.openxmlformats.org/officeDocument/2006/relationships/tags" Target="../tags/tag80.xml"/><Relationship Id="rId129" Type="http://schemas.openxmlformats.org/officeDocument/2006/relationships/tags" Target="../tags/tag85.xml"/><Relationship Id="rId54" Type="http://schemas.openxmlformats.org/officeDocument/2006/relationships/tags" Target="../tags/tag10.xml"/><Relationship Id="rId70" Type="http://schemas.openxmlformats.org/officeDocument/2006/relationships/tags" Target="../tags/tag26.xml"/><Relationship Id="rId75" Type="http://schemas.openxmlformats.org/officeDocument/2006/relationships/tags" Target="../tags/tag31.xml"/><Relationship Id="rId91" Type="http://schemas.openxmlformats.org/officeDocument/2006/relationships/tags" Target="../tags/tag47.xml"/><Relationship Id="rId96" Type="http://schemas.openxmlformats.org/officeDocument/2006/relationships/tags" Target="../tags/tag52.xml"/><Relationship Id="rId140" Type="http://schemas.openxmlformats.org/officeDocument/2006/relationships/tags" Target="../tags/tag96.xml"/><Relationship Id="rId145" Type="http://schemas.openxmlformats.org/officeDocument/2006/relationships/tags" Target="../tags/tag101.xml"/><Relationship Id="rId161" Type="http://schemas.openxmlformats.org/officeDocument/2006/relationships/tags" Target="../tags/tag117.xml"/><Relationship Id="rId166" Type="http://schemas.openxmlformats.org/officeDocument/2006/relationships/tags" Target="../tags/tag12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5.xml"/><Relationship Id="rId114" Type="http://schemas.openxmlformats.org/officeDocument/2006/relationships/tags" Target="../tags/tag70.xml"/><Relationship Id="rId119" Type="http://schemas.openxmlformats.org/officeDocument/2006/relationships/tags" Target="../tags/tag75.xml"/><Relationship Id="rId44" Type="http://schemas.openxmlformats.org/officeDocument/2006/relationships/slideLayout" Target="../slideLayouts/slideLayout44.xml"/><Relationship Id="rId60" Type="http://schemas.openxmlformats.org/officeDocument/2006/relationships/tags" Target="../tags/tag16.xml"/><Relationship Id="rId65" Type="http://schemas.openxmlformats.org/officeDocument/2006/relationships/tags" Target="../tags/tag21.xml"/><Relationship Id="rId81" Type="http://schemas.openxmlformats.org/officeDocument/2006/relationships/tags" Target="../tags/tag37.xml"/><Relationship Id="rId86" Type="http://schemas.openxmlformats.org/officeDocument/2006/relationships/tags" Target="../tags/tag42.xml"/><Relationship Id="rId130" Type="http://schemas.openxmlformats.org/officeDocument/2006/relationships/tags" Target="../tags/tag86.xml"/><Relationship Id="rId135" Type="http://schemas.openxmlformats.org/officeDocument/2006/relationships/tags" Target="../tags/tag91.xml"/><Relationship Id="rId151" Type="http://schemas.openxmlformats.org/officeDocument/2006/relationships/tags" Target="../tags/tag107.xml"/><Relationship Id="rId156" Type="http://schemas.openxmlformats.org/officeDocument/2006/relationships/tags" Target="../tags/tag11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tags" Target="../tags/tag65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6.xml"/><Relationship Id="rId55" Type="http://schemas.openxmlformats.org/officeDocument/2006/relationships/tags" Target="../tags/tag11.xml"/><Relationship Id="rId76" Type="http://schemas.openxmlformats.org/officeDocument/2006/relationships/tags" Target="../tags/tag32.xml"/><Relationship Id="rId97" Type="http://schemas.openxmlformats.org/officeDocument/2006/relationships/tags" Target="../tags/tag53.xml"/><Relationship Id="rId104" Type="http://schemas.openxmlformats.org/officeDocument/2006/relationships/tags" Target="../tags/tag60.xml"/><Relationship Id="rId120" Type="http://schemas.openxmlformats.org/officeDocument/2006/relationships/tags" Target="../tags/tag76.xml"/><Relationship Id="rId125" Type="http://schemas.openxmlformats.org/officeDocument/2006/relationships/tags" Target="../tags/tag81.xml"/><Relationship Id="rId141" Type="http://schemas.openxmlformats.org/officeDocument/2006/relationships/tags" Target="../tags/tag97.xml"/><Relationship Id="rId146" Type="http://schemas.openxmlformats.org/officeDocument/2006/relationships/tags" Target="../tags/tag102.xml"/><Relationship Id="rId167" Type="http://schemas.openxmlformats.org/officeDocument/2006/relationships/tags" Target="../tags/tag123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7.xml"/><Relationship Id="rId92" Type="http://schemas.openxmlformats.org/officeDocument/2006/relationships/tags" Target="../tags/tag48.xml"/><Relationship Id="rId162" Type="http://schemas.openxmlformats.org/officeDocument/2006/relationships/tags" Target="../tags/tag118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66" Type="http://schemas.openxmlformats.org/officeDocument/2006/relationships/tags" Target="../tags/tag22.xml"/><Relationship Id="rId87" Type="http://schemas.openxmlformats.org/officeDocument/2006/relationships/tags" Target="../tags/tag43.xml"/><Relationship Id="rId110" Type="http://schemas.openxmlformats.org/officeDocument/2006/relationships/tags" Target="../tags/tag66.xml"/><Relationship Id="rId115" Type="http://schemas.openxmlformats.org/officeDocument/2006/relationships/tags" Target="../tags/tag71.xml"/><Relationship Id="rId131" Type="http://schemas.openxmlformats.org/officeDocument/2006/relationships/tags" Target="../tags/tag87.xml"/><Relationship Id="rId136" Type="http://schemas.openxmlformats.org/officeDocument/2006/relationships/tags" Target="../tags/tag92.xml"/><Relationship Id="rId157" Type="http://schemas.openxmlformats.org/officeDocument/2006/relationships/tags" Target="../tags/tag113.xml"/><Relationship Id="rId61" Type="http://schemas.openxmlformats.org/officeDocument/2006/relationships/tags" Target="../tags/tag17.xml"/><Relationship Id="rId82" Type="http://schemas.openxmlformats.org/officeDocument/2006/relationships/tags" Target="../tags/tag38.xml"/><Relationship Id="rId152" Type="http://schemas.openxmlformats.org/officeDocument/2006/relationships/tags" Target="../tags/tag108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tags" Target="../tags/tag12.xml"/><Relationship Id="rId77" Type="http://schemas.openxmlformats.org/officeDocument/2006/relationships/tags" Target="../tags/tag33.xml"/><Relationship Id="rId100" Type="http://schemas.openxmlformats.org/officeDocument/2006/relationships/tags" Target="../tags/tag56.xml"/><Relationship Id="rId105" Type="http://schemas.openxmlformats.org/officeDocument/2006/relationships/tags" Target="../tags/tag61.xml"/><Relationship Id="rId126" Type="http://schemas.openxmlformats.org/officeDocument/2006/relationships/tags" Target="../tags/tag82.xml"/><Relationship Id="rId147" Type="http://schemas.openxmlformats.org/officeDocument/2006/relationships/tags" Target="../tags/tag103.xml"/><Relationship Id="rId168" Type="http://schemas.openxmlformats.org/officeDocument/2006/relationships/tags" Target="../tags/tag124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7.xml"/><Relationship Id="rId72" Type="http://schemas.openxmlformats.org/officeDocument/2006/relationships/tags" Target="../tags/tag28.xml"/><Relationship Id="rId93" Type="http://schemas.openxmlformats.org/officeDocument/2006/relationships/tags" Target="../tags/tag49.xml"/><Relationship Id="rId98" Type="http://schemas.openxmlformats.org/officeDocument/2006/relationships/tags" Target="../tags/tag54.xml"/><Relationship Id="rId121" Type="http://schemas.openxmlformats.org/officeDocument/2006/relationships/tags" Target="../tags/tag77.xml"/><Relationship Id="rId142" Type="http://schemas.openxmlformats.org/officeDocument/2006/relationships/tags" Target="../tags/tag98.xml"/><Relationship Id="rId163" Type="http://schemas.openxmlformats.org/officeDocument/2006/relationships/tags" Target="../tags/tag11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2.xml"/><Relationship Id="rId67" Type="http://schemas.openxmlformats.org/officeDocument/2006/relationships/tags" Target="../tags/tag23.xml"/><Relationship Id="rId116" Type="http://schemas.openxmlformats.org/officeDocument/2006/relationships/tags" Target="../tags/tag72.xml"/><Relationship Id="rId137" Type="http://schemas.openxmlformats.org/officeDocument/2006/relationships/tags" Target="../tags/tag93.xml"/><Relationship Id="rId158" Type="http://schemas.openxmlformats.org/officeDocument/2006/relationships/tags" Target="../tags/tag114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tags" Target="../tags/tag18.xml"/><Relationship Id="rId83" Type="http://schemas.openxmlformats.org/officeDocument/2006/relationships/tags" Target="../tags/tag39.xml"/><Relationship Id="rId88" Type="http://schemas.openxmlformats.org/officeDocument/2006/relationships/tags" Target="../tags/tag44.xml"/><Relationship Id="rId111" Type="http://schemas.openxmlformats.org/officeDocument/2006/relationships/tags" Target="../tags/tag67.xml"/><Relationship Id="rId132" Type="http://schemas.openxmlformats.org/officeDocument/2006/relationships/tags" Target="../tags/tag88.xml"/><Relationship Id="rId153" Type="http://schemas.openxmlformats.org/officeDocument/2006/relationships/tags" Target="../tags/tag109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tags" Target="../tags/tag13.xml"/><Relationship Id="rId106" Type="http://schemas.openxmlformats.org/officeDocument/2006/relationships/tags" Target="../tags/tag62.xml"/><Relationship Id="rId127" Type="http://schemas.openxmlformats.org/officeDocument/2006/relationships/tags" Target="../tags/tag83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8.xml"/><Relationship Id="rId73" Type="http://schemas.openxmlformats.org/officeDocument/2006/relationships/tags" Target="../tags/tag29.xml"/><Relationship Id="rId78" Type="http://schemas.openxmlformats.org/officeDocument/2006/relationships/tags" Target="../tags/tag34.xml"/><Relationship Id="rId94" Type="http://schemas.openxmlformats.org/officeDocument/2006/relationships/tags" Target="../tags/tag50.xml"/><Relationship Id="rId99" Type="http://schemas.openxmlformats.org/officeDocument/2006/relationships/tags" Target="../tags/tag55.xml"/><Relationship Id="rId101" Type="http://schemas.openxmlformats.org/officeDocument/2006/relationships/tags" Target="../tags/tag57.xml"/><Relationship Id="rId122" Type="http://schemas.openxmlformats.org/officeDocument/2006/relationships/tags" Target="../tags/tag78.xml"/><Relationship Id="rId143" Type="http://schemas.openxmlformats.org/officeDocument/2006/relationships/tags" Target="../tags/tag99.xml"/><Relationship Id="rId148" Type="http://schemas.openxmlformats.org/officeDocument/2006/relationships/tags" Target="../tags/tag104.xml"/><Relationship Id="rId164" Type="http://schemas.openxmlformats.org/officeDocument/2006/relationships/tags" Target="../tags/tag12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3.xml"/><Relationship Id="rId68" Type="http://schemas.openxmlformats.org/officeDocument/2006/relationships/tags" Target="../tags/tag24.xml"/><Relationship Id="rId89" Type="http://schemas.openxmlformats.org/officeDocument/2006/relationships/tags" Target="../tags/tag45.xml"/><Relationship Id="rId112" Type="http://schemas.openxmlformats.org/officeDocument/2006/relationships/tags" Target="../tags/tag68.xml"/><Relationship Id="rId133" Type="http://schemas.openxmlformats.org/officeDocument/2006/relationships/tags" Target="../tags/tag89.xml"/><Relationship Id="rId154" Type="http://schemas.openxmlformats.org/officeDocument/2006/relationships/tags" Target="../tags/tag11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tags" Target="../tags/tag14.xml"/><Relationship Id="rId79" Type="http://schemas.openxmlformats.org/officeDocument/2006/relationships/tags" Target="../tags/tag35.xml"/><Relationship Id="rId102" Type="http://schemas.openxmlformats.org/officeDocument/2006/relationships/tags" Target="../tags/tag58.xml"/><Relationship Id="rId123" Type="http://schemas.openxmlformats.org/officeDocument/2006/relationships/tags" Target="../tags/tag79.xml"/><Relationship Id="rId144" Type="http://schemas.openxmlformats.org/officeDocument/2006/relationships/tags" Target="../tags/tag100.xml"/><Relationship Id="rId90" Type="http://schemas.openxmlformats.org/officeDocument/2006/relationships/tags" Target="../tags/tag46.xml"/><Relationship Id="rId165" Type="http://schemas.openxmlformats.org/officeDocument/2006/relationships/tags" Target="../tags/tag121.xml"/><Relationship Id="rId27" Type="http://schemas.openxmlformats.org/officeDocument/2006/relationships/slideLayout" Target="../slideLayouts/slideLayout27.xml"/><Relationship Id="rId48" Type="http://schemas.openxmlformats.org/officeDocument/2006/relationships/tags" Target="../tags/tag4.xml"/><Relationship Id="rId69" Type="http://schemas.openxmlformats.org/officeDocument/2006/relationships/tags" Target="../tags/tag25.xml"/><Relationship Id="rId113" Type="http://schemas.openxmlformats.org/officeDocument/2006/relationships/tags" Target="../tags/tag69.xml"/><Relationship Id="rId134" Type="http://schemas.openxmlformats.org/officeDocument/2006/relationships/tags" Target="../tags/tag90.xml"/><Relationship Id="rId80" Type="http://schemas.openxmlformats.org/officeDocument/2006/relationships/tags" Target="../tags/tag36.xml"/><Relationship Id="rId155" Type="http://schemas.openxmlformats.org/officeDocument/2006/relationships/tags" Target="../tags/tag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6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7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8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49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5" r:id="rId2"/>
    <p:sldLayoutId id="2147483780" r:id="rId3"/>
    <p:sldLayoutId id="2147483787" r:id="rId4"/>
    <p:sldLayoutId id="2147483816" r:id="rId5"/>
    <p:sldLayoutId id="2147483817" r:id="rId6"/>
    <p:sldLayoutId id="2147483818" r:id="rId7"/>
    <p:sldLayoutId id="2147483777" r:id="rId8"/>
    <p:sldLayoutId id="2147483788" r:id="rId9"/>
    <p:sldLayoutId id="2147483821" r:id="rId10"/>
    <p:sldLayoutId id="2147483823" r:id="rId11"/>
    <p:sldLayoutId id="2147483741" r:id="rId12"/>
    <p:sldLayoutId id="2147483813" r:id="rId13"/>
    <p:sldLayoutId id="2147483765" r:id="rId14"/>
    <p:sldLayoutId id="2147483811" r:id="rId15"/>
    <p:sldLayoutId id="2147483767" r:id="rId16"/>
    <p:sldLayoutId id="2147483815" r:id="rId17"/>
    <p:sldLayoutId id="2147483812" r:id="rId18"/>
    <p:sldLayoutId id="2147483774" r:id="rId19"/>
    <p:sldLayoutId id="2147483745" r:id="rId20"/>
    <p:sldLayoutId id="2147483760" r:id="rId21"/>
    <p:sldLayoutId id="2147483768" r:id="rId22"/>
    <p:sldLayoutId id="2147483769" r:id="rId23"/>
    <p:sldLayoutId id="2147483770" r:id="rId24"/>
    <p:sldLayoutId id="2147483757" r:id="rId25"/>
    <p:sldLayoutId id="2147483771" r:id="rId26"/>
    <p:sldLayoutId id="2147483763" r:id="rId27"/>
    <p:sldLayoutId id="2147483751" r:id="rId28"/>
    <p:sldLayoutId id="2147483825" r:id="rId29"/>
    <p:sldLayoutId id="2147483826" r:id="rId30"/>
    <p:sldLayoutId id="2147483740" r:id="rId31"/>
    <p:sldLayoutId id="2147483810" r:id="rId32"/>
    <p:sldLayoutId id="2147483756" r:id="rId33"/>
    <p:sldLayoutId id="2147483824" r:id="rId34"/>
    <p:sldLayoutId id="2147483829" r:id="rId35"/>
    <p:sldLayoutId id="2147483828" r:id="rId36"/>
    <p:sldLayoutId id="2147483795" r:id="rId37"/>
    <p:sldLayoutId id="2147483796" r:id="rId38"/>
    <p:sldLayoutId id="2147483797" r:id="rId39"/>
    <p:sldLayoutId id="2147483801" r:id="rId40"/>
    <p:sldLayoutId id="2147483802" r:id="rId41"/>
    <p:sldLayoutId id="2147483803" r:id="rId42"/>
    <p:sldLayoutId id="2147483804" r:id="rId43"/>
    <p:sldLayoutId id="2147483819" r:id="rId44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7.xml"/><Relationship Id="rId5" Type="http://schemas.openxmlformats.org/officeDocument/2006/relationships/image" Target="../media/image27.sv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2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2.xml"/><Relationship Id="rId5" Type="http://schemas.openxmlformats.org/officeDocument/2006/relationships/image" Target="../media/image27.sv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11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6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20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4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9.png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12.xml"/><Relationship Id="rId6" Type="http://schemas.openxmlformats.org/officeDocument/2006/relationships/image" Target="../media/image27.svg"/><Relationship Id="rId5" Type="http://schemas.openxmlformats.org/officeDocument/2006/relationships/hyperlink" Target="https://qrcode.cfapps.eu10.hana.ondemand.com/" TargetMode="Externa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926650-00A2-FE76-58FA-FC7806CCD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964494" y="0"/>
            <a:ext cx="6230682" cy="6858000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204B03-B1FB-1E82-EAA5-ECF68E37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7"/>
            <a:ext cx="4765449" cy="997196"/>
          </a:xfrm>
        </p:spPr>
        <p:txBody>
          <a:bodyPr/>
          <a:lstStyle/>
          <a:p>
            <a:r>
              <a:rPr lang="en-US" b="1" sz="3600">
                <a:cs typeface="Arial"/>
              </a:rPr>
              <a:t>SAP Executive Board Meeting</a:t>
            </a:r>
          </a:p>
        </p:txBody>
      </p:sp>
      <p:sp>
        <p:nvSpPr>
          <p:cNvPr id="2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C925A837-5469-792C-5225-4A1FABC0341A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Board Meeting</a:t>
            </a:r>
          </a:p>
        </p:txBody>
      </p:sp>
      <p:sp>
        <p:nvSpPr>
          <p:cNvPr id="9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D5F0BFE3-F7A5-80B2-78F0-4C710288F2D6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April 2, 2026</a:t>
            </a:r>
          </a:p>
        </p:txBody>
      </p:sp>
      <p:sp>
        <p:nvSpPr>
          <p:cNvPr id="19" name="Partner Logo Placeholder">
            <a:extLst>
              <a:ext uri="{FF2B5EF4-FFF2-40B4-BE49-F238E27FC236}">
                <a16:creationId xmlns:a16="http://schemas.microsoft.com/office/drawing/2014/main" id="{A3D9A56C-C2DC-381F-39B4-AB419E6C6CF5}"/>
              </a:ext>
            </a:extLst>
          </p:cNvPr>
          <p:cNvSpPr txBox="1">
            <a:spLocks/>
          </p:cNvSpPr>
          <p:nvPr/>
        </p:nvSpPr>
        <p:spPr>
          <a:xfrm>
            <a:off x="504000" y="5250534"/>
            <a:ext cx="1194533" cy="417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marL="0" indent="0" algn="ctr" defTabSz="1088558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Tx/>
              <a:buNone/>
              <a:defRPr sz="900" b="0" i="0" kern="120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b="0" i="0" kern="120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72 Brand" panose="020B0504030603020204" pitchFamily="34" charset="0"/>
              </a:rPr>
              <a:t>Add partner </a:t>
            </a:r>
            <a:br>
              <a:rPr lang="en-GB">
                <a:latin typeface="72 Brand" panose="020B0504030603020204" pitchFamily="34" charset="0"/>
              </a:rPr>
            </a:br>
            <a:r>
              <a:rPr lang="en-GB">
                <a:latin typeface="72 Brand" panose="020B0504030603020204" pitchFamily="34" charset="0"/>
              </a:rPr>
              <a:t>logo and alt text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93588D5-B955-B957-C928-A5775F531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4855" r="57562"/>
          <a:stretch/>
        </p:blipFill>
        <p:spPr>
          <a:xfrm>
            <a:off x="6032784" y="158955"/>
            <a:ext cx="6084603" cy="653806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141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61112A-89F8-6DC6-A15C-1DCCC64C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BE5920-C69C-C6A6-C1E8-2602949DB1BA}"/>
              </a:ext>
            </a:extLst>
          </p:cNvPr>
          <p:cNvSpPr txBox="1"/>
          <p:nvPr/>
        </p:nvSpPr>
        <p:spPr>
          <a:xfrm>
            <a:off x="504000" y="1573734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957C2D-BF16-C8B6-246C-A32BF7B87E37}"/>
              </a:ext>
            </a:extLst>
          </p:cNvPr>
          <p:cNvSpPr txBox="1"/>
          <p:nvPr/>
        </p:nvSpPr>
        <p:spPr>
          <a:xfrm>
            <a:off x="1439999" y="1458317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284987-94B1-31EF-0CC5-9D4E1DF612CD}"/>
              </a:ext>
            </a:extLst>
          </p:cNvPr>
          <p:cNvSpPr txBox="1"/>
          <p:nvPr/>
        </p:nvSpPr>
        <p:spPr>
          <a:xfrm>
            <a:off x="504000" y="2582980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4C4895-6271-3106-5620-721E4D8AACEA}"/>
              </a:ext>
            </a:extLst>
          </p:cNvPr>
          <p:cNvSpPr txBox="1"/>
          <p:nvPr/>
        </p:nvSpPr>
        <p:spPr>
          <a:xfrm>
            <a:off x="1439999" y="2467563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0BA62C-B80F-862A-AFE5-5D21BBABBC87}"/>
              </a:ext>
            </a:extLst>
          </p:cNvPr>
          <p:cNvSpPr txBox="1"/>
          <p:nvPr/>
        </p:nvSpPr>
        <p:spPr>
          <a:xfrm>
            <a:off x="504000" y="3592226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597EAA-CFE1-9B5A-4A21-ED9E479DD405}"/>
              </a:ext>
            </a:extLst>
          </p:cNvPr>
          <p:cNvSpPr txBox="1"/>
          <p:nvPr/>
        </p:nvSpPr>
        <p:spPr>
          <a:xfrm>
            <a:off x="1439999" y="3476809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1D401A-5FBC-5C3B-37CA-F234F7C1497B}"/>
              </a:ext>
            </a:extLst>
          </p:cNvPr>
          <p:cNvSpPr txBox="1"/>
          <p:nvPr/>
        </p:nvSpPr>
        <p:spPr>
          <a:xfrm>
            <a:off x="504000" y="4601472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1737F5-16C6-649A-EA28-277EADDAE9C7}"/>
              </a:ext>
            </a:extLst>
          </p:cNvPr>
          <p:cNvSpPr txBox="1"/>
          <p:nvPr/>
        </p:nvSpPr>
        <p:spPr>
          <a:xfrm>
            <a:off x="1439999" y="4486055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B2C20-F4A8-D553-AC27-9B3902FA13B5}"/>
              </a:ext>
            </a:extLst>
          </p:cNvPr>
          <p:cNvSpPr txBox="1"/>
          <p:nvPr/>
        </p:nvSpPr>
        <p:spPr>
          <a:xfrm>
            <a:off x="504000" y="5610720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05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2B0E2-E377-C06F-6C7E-5F4967761FF4}"/>
              </a:ext>
            </a:extLst>
          </p:cNvPr>
          <p:cNvSpPr txBox="1"/>
          <p:nvPr/>
        </p:nvSpPr>
        <p:spPr>
          <a:xfrm>
            <a:off x="1439999" y="5495303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980AF4-B68F-2E53-836F-98E10307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2386133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C1B596E-E9E4-DFBA-02A1-DC91B7E3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5413871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563BB2-B6A1-97D7-93CB-312AB7ACD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4404625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74AFE6-1FD1-7181-C5CE-EC087BAC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3395379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443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15A8D3-40EE-B6EE-1E61-0D68BFC14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12192001" cy="3429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GB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F2E2351-BD5F-EF95-E6C7-765F54C00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22" t="-905" r="42169" b="50012"/>
          <a:stretch/>
        </p:blipFill>
        <p:spPr>
          <a:xfrm>
            <a:off x="82550" y="3505201"/>
            <a:ext cx="12045950" cy="33274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23478A-B350-3DC3-1107-85E3AEE1A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62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34CB-C66E-83BA-C9C0-EB0DC64D0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84356-FF67-8500-A2A3-6E923E39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SAP Executive Board Meeting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072421-6BF7-B6CB-448A-1D126A94EB34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BE81CA-A2E7-7004-0B67-B01EB211AD11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40100C-9B26-15F2-484C-276F4E19C59F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81CF2B-9477-9B5F-EF28-38A5C028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Date: April 2, 2026</a:t>
            </a:r>
          </a:p>
        </p:txBody>
      </p:sp>
      <p:sp>
        <p:nvSpPr>
          <p:cNvPr id="301" name="BulletRow2"/>
          <p:cNvSpPr txBox="1">
            <a:spLocks/>
          </p:cNvSpPr>
          <p:nvPr/>
        </p:nvSpPr>
        <p:spPr>
          <a:xfrm>
            <a:off x="7315937" y="3029028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Time: 13:00–18:00 CET</a:t>
            </a:r>
          </a:p>
        </p:txBody>
      </p:sp>
      <p:sp>
        <p:nvSpPr>
          <p:cNvPr id="302" name="BulletRow3"/>
          <p:cNvSpPr txBox="1">
            <a:spLocks/>
          </p:cNvSpPr>
          <p:nvPr/>
        </p:nvSpPr>
        <p:spPr>
          <a:xfrm>
            <a:off x="7315937" y="4115852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Attendees: CEO, CFO, CTO, CPO, Chair, Legal Guest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9130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4A12-6B66-BAB8-2F65-C73B32DB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988E0-F0B4-B2EA-2C74-B6443C49F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196EF3-D614-89C1-1DA7-D6292F95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Executive Summary - Part 1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6B8E8C-0582-EFA4-BA6C-DBC3A08C4CE6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32CBB7-CDE2-8E3F-B1EB-408BAB172D99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4C5CA5-DE38-7DAF-83C8-EAFCAEC2ED9D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277E21-2DA1-F8AB-52F0-78A4178EB197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026B45-7AC8-153E-E9FC-DE87701A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Four main topics reviewed, none fully resolved</a:t>
            </a:r>
          </a:p>
        </p:txBody>
      </p:sp>
      <p:sp>
        <p:nvSpPr>
          <p:cNvPr id="301" name="BulletRow2"/>
          <p:cNvSpPr txBox="1">
            <a:spLocks/>
          </p:cNvSpPr>
          <p:nvPr/>
        </p:nvSpPr>
        <p:spPr>
          <a:xfrm>
            <a:off x="7315937" y="3029028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Legal constraints created a hard blocker</a:t>
            </a:r>
          </a:p>
        </p:txBody>
      </p:sp>
      <p:sp>
        <p:nvSpPr>
          <p:cNvPr id="302" name="BulletRow3"/>
          <p:cNvSpPr txBox="1">
            <a:spLocks/>
          </p:cNvSpPr>
          <p:nvPr/>
        </p:nvSpPr>
        <p:spPr>
          <a:xfrm>
            <a:off x="7315937" y="4115852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Operating Model validation remains pending</a:t>
            </a:r>
          </a:p>
        </p:txBody>
      </p:sp>
      <p:sp>
        <p:nvSpPr>
          <p:cNvPr id="303" name="BulletRow4"/>
          <p:cNvSpPr txBox="1">
            <a:spLocks/>
          </p:cNvSpPr>
          <p:nvPr/>
        </p:nvSpPr>
        <p:spPr>
          <a:xfrm>
            <a:off x="7315937" y="5202677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Commercialization faces revenue uncertainties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250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2F12-C9FA-B151-1A73-5865DD0B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0579F-A4EA-6188-56B5-1E014F67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E5093A-F8D7-735E-DD06-73916A00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Executive Summary - Part 2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B42175-19B5-8D35-A3AB-708736B5277C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508516-FD2F-326D-4791-7E20E448A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CEO pushed for decisive actions next meeting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30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267C-CE7A-5E64-3C96-063602C4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211F4F-E657-30F4-4E39-5C6F244D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C02F89-1934-4FB9-CF39-A8F3377C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Key Discussions - Part 1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DCC47E-6FB9-0731-8BC9-294CFD159EE5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F559DE6-5ED2-F3F7-865D-C94434A96E1B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752265-4A63-E955-F032-34BCD6A0C114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E4CE0F-E97A-29C8-8ED2-20915E2F7CAD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D6127A-7EDC-0504-E707-957638599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Risk &amp; Liability poses major legal barriers</a:t>
            </a:r>
          </a:p>
        </p:txBody>
      </p:sp>
      <p:sp>
        <p:nvSpPr>
          <p:cNvPr id="301" name="BulletRow2"/>
          <p:cNvSpPr txBox="1">
            <a:spLocks/>
          </p:cNvSpPr>
          <p:nvPr/>
        </p:nvSpPr>
        <p:spPr>
          <a:xfrm>
            <a:off x="7315937" y="3029028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Operating Model draft needs validation</a:t>
            </a:r>
          </a:p>
        </p:txBody>
      </p:sp>
      <p:sp>
        <p:nvSpPr>
          <p:cNvPr id="302" name="BulletRow3"/>
          <p:cNvSpPr txBox="1">
            <a:spLocks/>
          </p:cNvSpPr>
          <p:nvPr/>
        </p:nvSpPr>
        <p:spPr>
          <a:xfrm>
            <a:off x="7315937" y="4115852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Revenue unclear in commercialization stage</a:t>
            </a:r>
          </a:p>
        </p:txBody>
      </p:sp>
      <p:sp>
        <p:nvSpPr>
          <p:cNvPr id="303" name="BulletRow4"/>
          <p:cNvSpPr txBox="1">
            <a:spLocks/>
          </p:cNvSpPr>
          <p:nvPr/>
        </p:nvSpPr>
        <p:spPr>
          <a:xfrm>
            <a:off x="7315937" y="5202677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Technical work done, regulatory review pending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04743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1622-0906-EB58-7708-E704A96B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2A4168-2BCD-3D93-0A0F-A8B895975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440210-C0C5-50B3-CA28-6265C07F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Key Discussions - Part 2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D872FF-FEE6-A0DA-1717-A84DE2786636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CE659D-0D4C-4108-17FD-A31578915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Next meeting expected to finalize decisions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354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82E1AAFF-1E2C-BA7C-652C-1636590F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024430"/>
            <a:ext cx="5466588" cy="998420"/>
          </a:xfrm>
        </p:spPr>
        <p:txBody>
          <a:bodyPr wrap="square" anchor="t">
            <a:noAutofit/>
          </a:bodyPr>
          <a:lstStyle/>
          <a:p>
            <a:r>
              <a:rPr lang="en-GB"/>
              <a:t>Thank you.</a:t>
            </a:r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168AC6-192D-0FFB-B713-A8589CCDB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0" y="-1"/>
            <a:ext cx="12195175" cy="3432176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0CC36-5166-BB3B-66BC-86FBAECE2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877176" y="6952560"/>
            <a:ext cx="4317999" cy="731625"/>
          </a:xfrm>
          <a:prstGeom prst="rect">
            <a:avLst/>
          </a:prstGeom>
          <a:solidFill>
            <a:srgbClr val="FFF3B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GB" sz="1800" kern="0">
                <a:latin typeface="+mn-lt"/>
                <a:ea typeface="72 Brand" pitchFamily="34" charset="-128"/>
                <a:cs typeface="72 Brand" pitchFamily="34" charset="-128"/>
              </a:rPr>
              <a:t>Use the </a:t>
            </a:r>
            <a:r>
              <a:rPr lang="en-GB" sz="1800" kern="0">
                <a:latin typeface="+mn-lt"/>
                <a:ea typeface="72 Brand" pitchFamily="34" charset="-128"/>
                <a:cs typeface="72 Brand" pitchFamily="34" charset="-128"/>
                <a:hlinkClick r:id="rId5"/>
              </a:rPr>
              <a:t>QR code generator </a:t>
            </a:r>
            <a:r>
              <a:rPr lang="en-GB" sz="1800" kern="0">
                <a:latin typeface="+mn-lt"/>
                <a:ea typeface="72 Brand" pitchFamily="34" charset="-128"/>
                <a:cs typeface="72 Brand" pitchFamily="34" charset="-128"/>
              </a:rPr>
              <a:t>to create a QR code for your preferred link. 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3B715F-D440-6C43-A15F-471D1586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22" t="-905" r="42169" b="50012"/>
          <a:stretch/>
        </p:blipFill>
        <p:spPr>
          <a:xfrm>
            <a:off x="82550" y="101600"/>
            <a:ext cx="12045950" cy="33274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636529B-1346-F436-9709-532B067E7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850" y="4024430"/>
            <a:ext cx="998420" cy="99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aker name - Dynamic" descr="{&quot;templafy&quot;:{&quot;id&quot;:&quot;7943004a-110b-43f5-94a5-62a19d81b9fa&quot;}}">
            <a:extLst>
              <a:ext uri="{FF2B5EF4-FFF2-40B4-BE49-F238E27FC236}">
                <a16:creationId xmlns:a16="http://schemas.microsoft.com/office/drawing/2014/main" id="{8C09A092-678E-1725-E7AF-4AEB3E1144A6}"/>
              </a:ext>
            </a:extLst>
          </p:cNvPr>
          <p:cNvSpPr txBox="1">
            <a:spLocks/>
          </p:cNvSpPr>
          <p:nvPr/>
        </p:nvSpPr>
        <p:spPr>
          <a:xfrm>
            <a:off x="8129589" y="4022725"/>
            <a:ext cx="2608263" cy="2605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en-GB" sz="1400">
                <a:latin typeface="72 Brand Medium" panose="020B0604030603020204" pitchFamily="34" charset="0"/>
                <a:cs typeface="72" panose="020B0503030000000003" pitchFamily="34" charset="0"/>
              </a:rPr>
              <a:t>Name</a:t>
            </a:r>
          </a:p>
        </p:txBody>
      </p:sp>
      <p:sp>
        <p:nvSpPr>
          <p:cNvPr id="13" name="Spaker name - Dynamic" descr="{&quot;templafy&quot;:{&quot;id&quot;:&quot;90d1cd6e-26f4-46ba-ba31-fa49bdddf9df&quot;}}">
            <a:extLst>
              <a:ext uri="{FF2B5EF4-FFF2-40B4-BE49-F238E27FC236}">
                <a16:creationId xmlns:a16="http://schemas.microsoft.com/office/drawing/2014/main" id="{DD99D408-C300-52A0-82D2-F61863D98749}"/>
              </a:ext>
            </a:extLst>
          </p:cNvPr>
          <p:cNvSpPr txBox="1">
            <a:spLocks/>
          </p:cNvSpPr>
          <p:nvPr/>
        </p:nvSpPr>
        <p:spPr>
          <a:xfrm>
            <a:off x="8129588" y="4302958"/>
            <a:ext cx="2608263" cy="13215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en-GB" sz="1400">
                <a:latin typeface="72 Brand" panose="020B0504030603020204" pitchFamily="34" charset="0"/>
                <a:cs typeface="72" panose="020B0503030000000003" pitchFamily="34" charset="0"/>
              </a:rPr>
              <a:t>Job title
Address
City 
Email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97394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34CB-C66E-83BA-C9C0-EB0DC64D0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84356-FF67-8500-A2A3-6E923E39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Decisions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072421-6BF7-B6CB-448A-1D126A94EB34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BE81CA-A2E7-7004-0B67-B01EB211AD11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40100C-9B26-15F2-484C-276F4E19C59F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81CF2B-9477-9B5F-EF28-38A5C028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Topic 4 confirmed as blocked</a:t>
            </a:r>
          </a:p>
        </p:txBody>
      </p:sp>
      <p:sp>
        <p:nvSpPr>
          <p:cNvPr id="301" name="BulletRow2"/>
          <p:cNvSpPr txBox="1">
            <a:spLocks/>
          </p:cNvSpPr>
          <p:nvPr/>
        </p:nvSpPr>
        <p:spPr>
          <a:xfrm>
            <a:off x="7315937" y="3029028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Other topics remain open</a:t>
            </a:r>
          </a:p>
        </p:txBody>
      </p:sp>
      <p:sp>
        <p:nvSpPr>
          <p:cNvPr id="302" name="BulletRow3"/>
          <p:cNvSpPr txBox="1">
            <a:spLocks/>
          </p:cNvSpPr>
          <p:nvPr/>
        </p:nvSpPr>
        <p:spPr>
          <a:xfrm>
            <a:off x="7315937" y="4115852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Consensus reached on risk severity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9130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34CB-C66E-83BA-C9C0-EB0DC64D0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84356-FF67-8500-A2A3-6E923E39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Risks / Issues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072421-6BF7-B6CB-448A-1D126A94EB34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BE81CA-A2E7-7004-0B67-B01EB211AD11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40100C-9B26-15F2-484C-276F4E19C59F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81CF2B-9477-9B5F-EF28-38A5C028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Legal constraints blocking critical topic</a:t>
            </a:r>
          </a:p>
        </p:txBody>
      </p:sp>
      <p:sp>
        <p:nvSpPr>
          <p:cNvPr id="301" name="BulletRow2"/>
          <p:cNvSpPr txBox="1">
            <a:spLocks/>
          </p:cNvSpPr>
          <p:nvPr/>
        </p:nvSpPr>
        <p:spPr>
          <a:xfrm>
            <a:off x="7315937" y="3029028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Revenue model uncertainty jeopardizes plans</a:t>
            </a:r>
          </a:p>
        </p:txBody>
      </p:sp>
      <p:sp>
        <p:nvSpPr>
          <p:cNvPr id="302" name="BulletRow3"/>
          <p:cNvSpPr txBox="1">
            <a:spLocks/>
          </p:cNvSpPr>
          <p:nvPr/>
        </p:nvSpPr>
        <p:spPr>
          <a:xfrm>
            <a:off x="7315937" y="4115852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Regulatory dependencies delaying progress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91309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34CB-C66E-83BA-C9C0-EB0DC64D0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84356-FF67-8500-A2A3-6E923E39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Next Steps - Part 1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072421-6BF7-B6CB-448A-1D126A94EB34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BE81CA-A2E7-7004-0B67-B01EB211AD11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40100C-9B26-15F2-484C-276F4E19C59F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BFF26F-C573-0A22-1F3B-9CB13F90A186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81CF2B-9477-9B5F-EF28-38A5C028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Stakeholders to prepare key decisions</a:t>
            </a:r>
          </a:p>
        </p:txBody>
      </p:sp>
      <p:sp>
        <p:nvSpPr>
          <p:cNvPr id="301" name="BulletRow2"/>
          <p:cNvSpPr txBox="1">
            <a:spLocks/>
          </p:cNvSpPr>
          <p:nvPr/>
        </p:nvSpPr>
        <p:spPr>
          <a:xfrm>
            <a:off x="7315937" y="3029028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CEO to oversee escalation process</a:t>
            </a:r>
          </a:p>
        </p:txBody>
      </p:sp>
      <p:sp>
        <p:nvSpPr>
          <p:cNvPr id="302" name="BulletRow3"/>
          <p:cNvSpPr txBox="1">
            <a:spLocks/>
          </p:cNvSpPr>
          <p:nvPr/>
        </p:nvSpPr>
        <p:spPr>
          <a:xfrm>
            <a:off x="7315937" y="4115852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Validate Operating Model before next meeting</a:t>
            </a:r>
          </a:p>
        </p:txBody>
      </p:sp>
      <p:sp>
        <p:nvSpPr>
          <p:cNvPr id="303" name="BulletRow4"/>
          <p:cNvSpPr txBox="1">
            <a:spLocks/>
          </p:cNvSpPr>
          <p:nvPr/>
        </p:nvSpPr>
        <p:spPr>
          <a:xfrm>
            <a:off x="7315937" y="5202677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Clarify revenue approach for commercialization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9130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34CB-C66E-83BA-C9C0-EB0DC64D0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84356-FF67-8500-A2A3-6E923E39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 b="1"/>
              <a:t>Next Steps - Part 2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072421-6BF7-B6CB-448A-1D126A94EB34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81CF2B-9477-9B5F-EF28-38A5C028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  <p:sp>
        <p:nvSpPr>
          <p:cNvPr id="300" name="BulletRow1"/>
          <p:cNvSpPr txBox="1">
            <a:spLocks/>
          </p:cNvSpPr>
          <p:nvPr/>
        </p:nvSpPr>
        <p:spPr>
          <a:xfrm>
            <a:off x="7315937" y="1942204"/>
            <a:ext cx="4175883" cy="950000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rmAutofit/>
          </a:bodyPr>
          <a:lstStyle/>
          <a:p>
            <a:pPr algn="l"/>
            <a:r>
              <a:rPr lang="en-GB" sz="1800" dirty="0"/>
              <a:t>Regulatory completion essential for closure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913097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item1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2","enableDocumentContentUpdater":false,"version":"2.0"}]]></TemplafySlideTemplateConfiguration>
</file>

<file path=customXml/item4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9415252ED964DB0AC20F0D37FA457" ma:contentTypeVersion="10" ma:contentTypeDescription="Create a new document." ma:contentTypeScope="" ma:versionID="b4b8cce954a4cb070aa2489477b8be6f">
  <xsd:schema xmlns:xsd="http://www.w3.org/2001/XMLSchema" xmlns:xs="http://www.w3.org/2001/XMLSchema" xmlns:p="http://schemas.microsoft.com/office/2006/metadata/properties" xmlns:ns2="e9321c96-aa1f-4d6b-b8d5-9a7c97d1f18b" xmlns:ns3="505af76e-a5ea-46bb-9697-5481bcb27324" targetNamespace="http://schemas.microsoft.com/office/2006/metadata/properties" ma:root="true" ma:fieldsID="747f837a69b083270b685420945f7f77" ns2:_="" ns3:_="">
    <xsd:import namespace="e9321c96-aa1f-4d6b-b8d5-9a7c97d1f18b"/>
    <xsd:import namespace="505af76e-a5ea-46bb-9697-5481bcb27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21c96-aa1f-4d6b-b8d5-9a7c97d1f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af76e-a5ea-46bb-9697-5481bcb2732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84e75b-e992-4e1f-a82e-c0806e5129c5}" ma:internalName="TaxCatchAll" ma:showField="CatchAllData" ma:web="505af76e-a5ea-46bb-9697-5481bcb273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13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1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321c96-aa1f-4d6b-b8d5-9a7c97d1f18b">
      <Terms xmlns="http://schemas.microsoft.com/office/infopath/2007/PartnerControls"/>
    </lcf76f155ced4ddcb4097134ff3c332f>
    <TaxCatchAll xmlns="505af76e-a5ea-46bb-9697-5481bcb27324" xsi:nil="true"/>
  </documentManagement>
</p:properties>
</file>

<file path=customXml/item1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8","enableDocumentContentUpdater":false,"version":"2.0"}]]></TemplafySlideTemplateConfiguration>
</file>

<file path=customXml/item18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1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A3279C0F-0240-4B6A-8390-BD1D581829C1}">
  <ds:schemaRefs/>
</ds:datastoreItem>
</file>

<file path=customXml/itemProps2.xml><?xml version="1.0" encoding="utf-8"?>
<ds:datastoreItem xmlns:ds="http://schemas.openxmlformats.org/officeDocument/2006/customXml" ds:itemID="{2EBA1259-1672-4DD3-BA35-A6EAF5A9B084}">
  <ds:schemaRefs/>
</ds:datastoreItem>
</file>

<file path=customXml/itemProps3.xml><?xml version="1.0" encoding="utf-8"?>
<ds:datastoreItem xmlns:ds="http://schemas.openxmlformats.org/officeDocument/2006/customXml" ds:itemID="{8A822E18-7B0C-4809-B179-DD40FFC97308}">
  <ds:schemaRefs/>
</ds:datastoreItem>
</file>

<file path=customXml/itemProps4.xml><?xml version="1.0" encoding="utf-8"?>
<ds:datastoreItem xmlns:ds="http://schemas.openxmlformats.org/officeDocument/2006/customXml" ds:itemID="{0CDAB0B2-8BBE-420B-A2B6-6FB982D0C72C}">
  <ds:schemaRefs/>
</ds:datastoreItem>
</file>

<file path=customXml/itemProps5.xml><?xml version="1.0" encoding="utf-8"?>
<ds:datastoreItem xmlns:ds="http://schemas.openxmlformats.org/officeDocument/2006/customXml" ds:itemID="{0C75CB76-DF3A-4690-BCD4-9D3E6A499C8D}">
  <ds:schemaRefs/>
</ds:datastoreItem>
</file>

<file path=customXml/itemProps6.xml><?xml version="1.0" encoding="utf-8"?>
<ds:datastoreItem xmlns:ds="http://schemas.openxmlformats.org/officeDocument/2006/customXml" ds:itemID="{5C6A1AA6-C2B6-4307-B669-53159355AE89}">
  <ds:schemaRefs/>
</ds:datastoreItem>
</file>

<file path=customXml/itemProps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B5B3A281-73CB-4D22-8A0F-1592D483AE37}"/>
</file>

<file path=customXml/itemProps9.xml><?xml version="1.0" encoding="utf-8"?>
<ds:datastoreItem xmlns:ds="http://schemas.openxmlformats.org/officeDocument/2006/customXml" ds:itemID="{CC49FFC8-2FF3-4057-96F0-3BCD1A4F0351}">
  <ds:schemaRefs/>
</ds:datastoreItem>
</file>

<file path=customXml/itemProps10.xml><?xml version="1.0" encoding="utf-8"?>
<ds:datastoreItem xmlns:ds="http://schemas.openxmlformats.org/officeDocument/2006/customXml" ds:itemID="{2619A3F2-6BB2-4CAE-88B7-CFA577527EBA}">
  <ds:schemaRefs/>
</ds:datastoreItem>
</file>

<file path=customXml/itemProps11.xml><?xml version="1.0" encoding="utf-8"?>
<ds:datastoreItem xmlns:ds="http://schemas.openxmlformats.org/officeDocument/2006/customXml" ds:itemID="{56F6E3DC-DE09-41B5-9D62-3A7E35BAA656}">
  <ds:schemaRefs/>
</ds:datastoreItem>
</file>

<file path=customXml/itemProps12.xml><?xml version="1.0" encoding="utf-8"?>
<ds:datastoreItem xmlns:ds="http://schemas.openxmlformats.org/officeDocument/2006/customXml" ds:itemID="{9F687104-044A-49FD-BBC2-8EEC24DE651C}">
  <ds:schemaRefs/>
</ds:datastoreItem>
</file>

<file path=customXml/itemProps13.xml><?xml version="1.0" encoding="utf-8"?>
<ds:datastoreItem xmlns:ds="http://schemas.openxmlformats.org/officeDocument/2006/customXml" ds:itemID="{7CE852FA-A08C-42DD-AE0D-B4ACD5BB86CC}">
  <ds:schemaRefs/>
</ds:datastoreItem>
</file>

<file path=customXml/itemProps14.xml><?xml version="1.0" encoding="utf-8"?>
<ds:datastoreItem xmlns:ds="http://schemas.openxmlformats.org/officeDocument/2006/customXml" ds:itemID="{C1422F45-04DB-421D-8796-270006657806}">
  <ds:schemaRefs>
    <ds:schemaRef ds:uri="64da7e32-a635-45a7-a7a7-a08e86f788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15.xml><?xml version="1.0" encoding="utf-8"?>
<ds:datastoreItem xmlns:ds="http://schemas.openxmlformats.org/officeDocument/2006/customXml" ds:itemID="{25EC09BA-905F-4676-960C-1AA7F01E1A45}">
  <ds:schemaRefs/>
</ds:datastoreItem>
</file>

<file path=customXml/itemProps16.xml><?xml version="1.0" encoding="utf-8"?>
<ds:datastoreItem xmlns:ds="http://schemas.openxmlformats.org/officeDocument/2006/customXml" ds:itemID="{55CDD283-E660-4006-9762-408E1FC70F37}">
  <ds:schemaRefs/>
</ds:datastoreItem>
</file>

<file path=customXml/itemProps17.xml><?xml version="1.0" encoding="utf-8"?>
<ds:datastoreItem xmlns:ds="http://schemas.openxmlformats.org/officeDocument/2006/customXml" ds:itemID="{3E830938-32F9-49FC-9B2C-CACA4077E7A1}">
  <ds:schemaRefs/>
</ds:datastoreItem>
</file>

<file path=customXml/itemProps18.xml><?xml version="1.0" encoding="utf-8"?>
<ds:datastoreItem xmlns:ds="http://schemas.openxmlformats.org/officeDocument/2006/customXml" ds:itemID="{0FA27192-5C1C-428B-8F62-92CD9CC39541}">
  <ds:schemaRefs/>
</ds:datastoreItem>
</file>

<file path=customXml/itemProps19.xml><?xml version="1.0" encoding="utf-8"?>
<ds:datastoreItem xmlns:ds="http://schemas.openxmlformats.org/officeDocument/2006/customXml" ds:itemID="{626BBCBB-1894-4E66-BA48-9E91CE3ACBA0}">
  <ds:schemaRefs/>
</ds:datastoreItem>
</file>

<file path=customXml/itemProps20.xml><?xml version="1.0" encoding="utf-8"?>
<ds:datastoreItem xmlns:ds="http://schemas.openxmlformats.org/officeDocument/2006/customXml" ds:itemID="{8BCB3356-6FC4-45D6-875A-C0760E7FCEA4}">
  <ds:schemaRefs/>
</ds:datastoreItem>
</file>

<file path=customXml/itemProps21.xml><?xml version="1.0" encoding="utf-8"?>
<ds:datastoreItem xmlns:ds="http://schemas.openxmlformats.org/officeDocument/2006/customXml" ds:itemID="{A0BFCECA-5676-4F8F-95F4-E3945158F3DF}">
  <ds:schemaRefs/>
</ds:datastoreItem>
</file>

<file path=customXml/itemProps22.xml><?xml version="1.0" encoding="utf-8"?>
<ds:datastoreItem xmlns:ds="http://schemas.openxmlformats.org/officeDocument/2006/customXml" ds:itemID="{7191A31C-0001-4F47-9681-3BF2CDE82779}">
  <ds:schemaRefs/>
</ds:datastoreItem>
</file>

<file path=customXml/itemProps23.xml><?xml version="1.0" encoding="utf-8"?>
<ds:datastoreItem xmlns:ds="http://schemas.openxmlformats.org/officeDocument/2006/customXml" ds:itemID="{8DB0A96E-6777-4404-88E8-A679525071C5}">
  <ds:schemaRefs/>
</ds:datastoreItem>
</file>

<file path=docMetadata/LabelInfo.xml><?xml version="1.0" encoding="utf-8"?>
<clbl:labelList xmlns:clbl="http://schemas.microsoft.com/office/2020/mipLabelMetadata">
  <clbl:label id="{1ee8c5ee-ee5b-45f9-bcb4-cc69162206fc}" enabled="1" method="Standard" siteId="{393d8392-b901-4424-a07e-d223060bec31}" removed="0"/>
  <clbl:label id="{51e9b6e7-e4bc-422b-b136-be52bca82e7c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SAP_Corp</Template>
  <Application>Microsoft Office PowerPoint</Application>
  <PresentationFormat>Custom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SAP Template</vt:lpstr>
      <vt:lpstr>{meetingTitle}</vt:lpstr>
      <vt:lpstr>Agenda</vt:lpstr>
      <vt:lpstr>PowerPoint Presentation</vt:lpstr>
      <vt:lpstr> {sectionTitle}</vt:lpstr>
      <vt:lpstr> {sectionTitle}</vt:lpstr>
      <vt:lpstr> {sectionTitle}</vt:lpstr>
      <vt:lpstr> {sectionTitle}</vt:lpstr>
      <vt:lpstr> {sectionTitle}</vt:lpstr>
      <vt:lpstr>Thank you.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Decker, Marc</dc:creator>
  <dc:description/>
  <cp:revision>1</cp:revision>
  <dcterms:created xsi:type="dcterms:W3CDTF">2026-05-19T14:20:50Z</dcterms:created>
  <dcterms:modified xsi:type="dcterms:W3CDTF">2026-05-20T07:09:27Z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0x0101001869415252ED964DB0AC20F0D37FA457</vt:lpwstr>
  </property>
  <property fmtid="{D5CDD505-2E9C-101B-9397-08002B2CF9AE}" pid="4" name="Created by">
    <vt:lpwstr>omnidocs.com</vt:lpwstr>
  </property>
  <property fmtid="{D5CDD505-2E9C-101B-9397-08002B2CF9AE}" pid="5" name="TemplafyTimeStamp">
    <vt:lpwstr>2025-12-14T08:56:23</vt:lpwstr>
  </property>
  <property fmtid="{D5CDD505-2E9C-101B-9397-08002B2CF9AE}" pid="6" name="TemplafyTenantId">
    <vt:lpwstr>sap</vt:lpwstr>
  </property>
  <property fmtid="{D5CDD505-2E9C-101B-9397-08002B2CF9AE}" pid="7" name="TemplafyTemplateId">
    <vt:lpwstr>1328131190817294516</vt:lpwstr>
  </property>
  <property fmtid="{D5CDD505-2E9C-101B-9397-08002B2CF9AE}" pid="8" name="TemplafyUserProfileId">
    <vt:lpwstr>637710449012726268</vt:lpwstr>
  </property>
  <property fmtid="{D5CDD505-2E9C-101B-9397-08002B2CF9AE}" pid="9" name="TemplafyLanguageCode">
    <vt:lpwstr>en-US</vt:lpwstr>
  </property>
  <property fmtid="{D5CDD505-2E9C-101B-9397-08002B2CF9AE}" pid="10" name="TemplafyFromBlank">
    <vt:bool>false</vt:bool>
  </property>
</Properties>
</file>